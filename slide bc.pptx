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9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4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3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7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68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1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8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62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0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5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B819F-C33C-4F63-95BE-0774EE99E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C8ABC-561E-471C-98AE-952FAE927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9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24"/>
            <a:ext cx="12192000" cy="6824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41417" y="5264332"/>
            <a:ext cx="1789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smtClean="0">
                <a:solidFill>
                  <a:schemeClr val="bg1"/>
                </a:solidFill>
              </a:rPr>
              <a:t>Huỳnh Khải</a:t>
            </a:r>
          </a:p>
          <a:p>
            <a:r>
              <a:rPr lang="vi-VN" dirty="0" smtClean="0">
                <a:solidFill>
                  <a:schemeClr val="bg1"/>
                </a:solidFill>
              </a:rPr>
              <a:t>DA22TTB</a:t>
            </a:r>
          </a:p>
          <a:p>
            <a:r>
              <a:rPr lang="vi-VN" dirty="0">
                <a:solidFill>
                  <a:schemeClr val="bg1"/>
                </a:solidFill>
              </a:rPr>
              <a:t>110122225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497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20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89" y="1515291"/>
            <a:ext cx="5499462" cy="28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53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28" y="1"/>
            <a:ext cx="12228328" cy="67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5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04" y="0"/>
            <a:ext cx="12216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8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144" y="0"/>
            <a:ext cx="12220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38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37"/>
            <a:ext cx="12192000" cy="679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0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5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47625"/>
            <a:ext cx="12061371" cy="669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91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</Words>
  <Application>Microsoft Office PowerPoint</Application>
  <PresentationFormat>Widescreen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2025-12-29T02:45:56Z</dcterms:created>
  <dcterms:modified xsi:type="dcterms:W3CDTF">2025-12-29T02:58:06Z</dcterms:modified>
</cp:coreProperties>
</file>