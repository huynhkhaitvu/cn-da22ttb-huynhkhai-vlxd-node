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1998" y="-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96FB5-05EE-43EF-A55C-444B06B1A327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0E161-CC5D-41DB-8208-003B9D73B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185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96FB5-05EE-43EF-A55C-444B06B1A327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0E161-CC5D-41DB-8208-003B9D73B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7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96FB5-05EE-43EF-A55C-444B06B1A327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0E161-CC5D-41DB-8208-003B9D73B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649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96FB5-05EE-43EF-A55C-444B06B1A327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0E161-CC5D-41DB-8208-003B9D73B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353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96FB5-05EE-43EF-A55C-444B06B1A327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0E161-CC5D-41DB-8208-003B9D73B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55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96FB5-05EE-43EF-A55C-444B06B1A327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0E161-CC5D-41DB-8208-003B9D73B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52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96FB5-05EE-43EF-A55C-444B06B1A327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0E161-CC5D-41DB-8208-003B9D73B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547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96FB5-05EE-43EF-A55C-444B06B1A327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0E161-CC5D-41DB-8208-003B9D73B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562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96FB5-05EE-43EF-A55C-444B06B1A327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0E161-CC5D-41DB-8208-003B9D73B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747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96FB5-05EE-43EF-A55C-444B06B1A327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0E161-CC5D-41DB-8208-003B9D73B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811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96FB5-05EE-43EF-A55C-444B06B1A327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E0E161-CC5D-41DB-8208-003B9D73B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7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96FB5-05EE-43EF-A55C-444B06B1A327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E0E161-CC5D-41DB-8208-003B9D73B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083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294640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2946400"/>
            <a:ext cx="6858000" cy="6633028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4"/>
          <a:stretch>
            <a:fillRect/>
          </a:stretch>
        </p:blipFill>
        <p:spPr>
          <a:xfrm>
            <a:off x="61685" y="9579428"/>
            <a:ext cx="6734629" cy="261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556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</cp:revision>
  <dcterms:created xsi:type="dcterms:W3CDTF">2025-12-29T03:10:28Z</dcterms:created>
  <dcterms:modified xsi:type="dcterms:W3CDTF">2025-12-29T03:14:49Z</dcterms:modified>
</cp:coreProperties>
</file>